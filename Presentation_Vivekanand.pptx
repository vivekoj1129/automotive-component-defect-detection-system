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2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87D7-37B7-AC30-3F58-42ABD23E7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A0855-6598-94F7-17C9-AF130E8BF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5B42-6449-E7A6-1BC9-38F6740A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93136-A926-94FA-4BC2-1EA6FDFB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88179-BCCF-89B4-26B3-0B95AFC8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15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CB9E-779D-83AF-5DF3-DDE7472C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DEB34-5D79-7D15-C923-31256FE65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7BFEB-E6CB-35E0-9AE2-8245C071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BDE56-3037-F8C5-73A5-B100A04BF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3A1A0-D5C0-7399-BD37-62A8CAEB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178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542F-4DCE-62BA-E680-96660C6A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1A15D-3931-B924-AC82-72CDA14DE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C5A9E-C738-49BD-30C6-CE3E2738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09C2E-9426-EE07-8C4E-168A1111E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52EA7-0B6D-CDDE-EC85-58B52ADA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66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4BF5-66BA-9A12-018E-7B9209D81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C384F-E818-4845-9394-1ACA483AC0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6DA5E-53A1-20DA-6723-D056051FE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57F21-3BB3-01A1-4099-4B5B8397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E674E-2F3E-9456-67FE-607790C3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398A7-43CF-E2ED-16BF-2A0612AF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98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304D-B8AC-AB80-CC2A-2230AA8F3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9EDE8-D258-9E99-C32D-9DE25696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359B7-1D1A-6648-644C-C0F45EF95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4101A-C60F-F573-15A5-58C414106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EF378-DA98-C7ED-AC00-4DA421E5B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6A3C3F-CCE2-14EF-CE69-D3FDDDEF0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93EB7-ED8D-49DE-FF50-1381A5B58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6C993B-628F-27B6-3469-8D4C99E5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71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3743-5AD9-CAF5-8A0F-E291E33B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A5ADC-2BDA-9734-AF22-07B9306A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F5B97-E58D-8E78-5201-3516E6DA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C103D-1A2C-CFD3-7C98-5287B669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80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FFA79-FD6E-3CA4-9A01-DF90EB1A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50BE2-7E9A-5D8E-15EB-DB5F2C61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59568-6D35-71C2-5D51-BADD53FB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971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99DA-CC1F-6C06-9A9F-B55AD79B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58D29-0D0E-6C19-B4C0-C02239C0C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61B8D-99F9-0C75-0E70-79F1F55A0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65C8A-D4EE-006D-D9A5-1E1C5DA34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EAE9C-3396-B884-2068-6E8564B6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07633-AFBA-183F-AD9E-39407A31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7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5A52-4C2C-CBDD-6D8B-17514551A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1853F9-0203-726E-9475-DA1BF4FBE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900FA-6A26-39F1-C289-DFD409DEE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0AFA3-352A-0CB2-0C11-D566818B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7F4E1-0714-D8F1-E8B1-6F08C336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DEE5D-4C87-DB96-AF55-C287AA88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50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3E3A7-EFFE-FC91-EB9A-86683277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F16E6-AAC6-BBF4-0A44-F33F4ECDD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F6AB2-DCF3-1FD6-ACDC-3C7CF3CC2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F95EE-4FCA-DC88-C005-B25457D8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1CD18-95B9-A640-52C0-6D74DC30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066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4604F-5B0A-7037-9489-79C748CF3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7E02A-00DA-9E45-66BB-86806592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C232-F5CA-B5E3-45B8-EAA81296F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5EF78-F2F7-4436-1D97-AA70ED42B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6D026-1C9D-F3B8-F033-6C6B0627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32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C78CF-D526-4026-8EAF-47CF16CB5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EF367-794F-562C-09B8-B34BAEF51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77728-A4D5-A3AC-EF5A-DA0344D97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14FBD-1201-4574-9820-A3F7DD86130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B7E02-0589-2A43-B39D-A9E9619C1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5EEBC-1C4F-27ED-1E7B-5F979A9F1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ECD2F-91BE-40F3-914B-82536DC0A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67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C5968D-A02F-3CB6-9C8E-F9B130E90118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D732B3-E1D1-7BD4-A052-5B723F2ABC05}"/>
              </a:ext>
            </a:extLst>
          </p:cNvPr>
          <p:cNvSpPr/>
          <p:nvPr/>
        </p:nvSpPr>
        <p:spPr>
          <a:xfrm>
            <a:off x="285135" y="262531"/>
            <a:ext cx="11621729" cy="215326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B99D3B-46C0-FB70-8AD1-69E66A462536}"/>
              </a:ext>
            </a:extLst>
          </p:cNvPr>
          <p:cNvSpPr txBox="1"/>
          <p:nvPr/>
        </p:nvSpPr>
        <p:spPr>
          <a:xfrm>
            <a:off x="604683" y="533107"/>
            <a:ext cx="11080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Automotive Component Defect Detection System</a:t>
            </a:r>
            <a:endParaRPr lang="en-I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51DBA-4023-423D-B6DC-B573FA76910C}"/>
              </a:ext>
            </a:extLst>
          </p:cNvPr>
          <p:cNvSpPr txBox="1"/>
          <p:nvPr/>
        </p:nvSpPr>
        <p:spPr>
          <a:xfrm>
            <a:off x="3094702" y="3208670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8" name="Picture 2" descr="National Institute of Technology, Andhra Pradesh Employees ...">
            <a:extLst>
              <a:ext uri="{FF2B5EF4-FFF2-40B4-BE49-F238E27FC236}">
                <a16:creationId xmlns:a16="http://schemas.microsoft.com/office/drawing/2014/main" id="{DB2BF5CE-F571-9F7D-96C9-021B9BDF7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020" y="2534802"/>
            <a:ext cx="1335958" cy="133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C3F357-961B-2197-7DFC-B236818A6FE8}"/>
              </a:ext>
            </a:extLst>
          </p:cNvPr>
          <p:cNvSpPr txBox="1"/>
          <p:nvPr/>
        </p:nvSpPr>
        <p:spPr>
          <a:xfrm>
            <a:off x="3760837" y="1655246"/>
            <a:ext cx="4768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Minor – 2 </a:t>
            </a:r>
          </a:p>
          <a:p>
            <a:pPr algn="ctr"/>
            <a:r>
              <a:rPr lang="en-IN" b="1" dirty="0"/>
              <a:t>Assignment 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2B9F07-16AE-55A1-ECA6-5A53BFB465AD}"/>
              </a:ext>
            </a:extLst>
          </p:cNvPr>
          <p:cNvSpPr txBox="1"/>
          <p:nvPr/>
        </p:nvSpPr>
        <p:spPr>
          <a:xfrm>
            <a:off x="304799" y="4489158"/>
            <a:ext cx="3539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0" dirty="0">
                <a:effectLst/>
              </a:rPr>
              <a:t>Presented by :- </a:t>
            </a:r>
            <a:br>
              <a:rPr lang="en-US" dirty="0"/>
            </a:br>
            <a:r>
              <a:rPr lang="en-US" dirty="0"/>
              <a:t>Vivekanand Ojha – 723159</a:t>
            </a:r>
            <a:br>
              <a:rPr lang="en-US" dirty="0"/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F82AB-2D90-907B-C8EA-25DAB48F37C0}"/>
              </a:ext>
            </a:extLst>
          </p:cNvPr>
          <p:cNvSpPr txBox="1"/>
          <p:nvPr/>
        </p:nvSpPr>
        <p:spPr>
          <a:xfrm>
            <a:off x="8849032" y="4629694"/>
            <a:ext cx="326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Submitted To :- </a:t>
            </a:r>
            <a:r>
              <a:rPr lang="en-US" dirty="0"/>
              <a:t>Dr. P. Usha </a:t>
            </a:r>
            <a:endParaRPr lang="en-US" dirty="0">
              <a:effectLst/>
            </a:endParaRP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5DD5CA-2709-2408-70F6-5490182A03F1}"/>
              </a:ext>
            </a:extLst>
          </p:cNvPr>
          <p:cNvSpPr txBox="1"/>
          <p:nvPr/>
        </p:nvSpPr>
        <p:spPr>
          <a:xfrm>
            <a:off x="3194868" y="1212643"/>
            <a:ext cx="7236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 Industrial Computer Vision Pipeline Using YOLO v8 and </a:t>
            </a:r>
            <a:r>
              <a:rPr lang="en-US" b="1" dirty="0" err="1"/>
              <a:t>Streamlit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5105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9585FB0-11C4-861F-313D-2F984D74E87B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Table of Content</a:t>
            </a:r>
            <a:endParaRPr lang="en-IN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A9162E-F2BA-6E5D-B8DC-9E42DA66DC79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E9D5693-2887-98F3-6702-28A23A4D4FC9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80EB8-F6B6-0BBB-91C4-9DB151484683}"/>
              </a:ext>
            </a:extLst>
          </p:cNvPr>
          <p:cNvSpPr txBox="1"/>
          <p:nvPr/>
        </p:nvSpPr>
        <p:spPr>
          <a:xfrm>
            <a:off x="481782" y="1451414"/>
            <a:ext cx="8554064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Introduction &amp; Problem Statement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Project Objectives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Dataset &amp; Preprocessing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Methodology - Why YOLOv8?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Training Setup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Performance &amp; Inference Speed (The "Wow" Factor)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Evaluation Metrics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Model Predictions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Real-World Deployment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Conclusion &amp; Future Scope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Reference </a:t>
            </a:r>
          </a:p>
        </p:txBody>
      </p:sp>
    </p:spTree>
    <p:extLst>
      <p:ext uri="{BB962C8B-B14F-4D97-AF65-F5344CB8AC3E}">
        <p14:creationId xmlns:p14="http://schemas.microsoft.com/office/powerpoint/2010/main" val="305081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BAE1-249C-659F-29A0-F08E89C1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84F2EA0-CD30-EDB5-60FA-26BC28D53567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Introduction &amp; Problem Statement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3E4AA1-72DB-58F2-36B2-3676D087119C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A6CAC31-CF29-8C82-3FCD-AAEE3AE4D1C5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512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66B09-980A-D321-8CAD-0A09FD363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D76CB7E-25C2-F0B6-C04B-C0BD24A80C0F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Project Objectives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38325B-2665-4611-A28B-B988C91A70EB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A4EEF0C-F437-BFC6-253F-C5BD33898BD8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144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351E-835B-F7F9-3EBE-D0E1F78A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A198BF4-6C79-93E8-C259-431D01DCD341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Dataset &amp; Preprocessing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A2FC27-F63F-CE75-1B48-C14B8642F70B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AFF7FBA-96E9-4CD7-EBA9-42002AC1EDDC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91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268E-EDC7-BA00-7233-DF4EFC83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EA8E4C-B2D8-2359-979B-E6450EDBBDA8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Methodology - Why YOLOv8?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1049D1-0AC3-8C66-BD4D-229CE8F3E331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6D25383-266E-90EF-B0C6-4DC24D6B0C0C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977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42B16-81B9-11A5-FDD8-C017D781B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63BB66D-4A2F-507A-4EF9-15CA62375D5C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Training Setup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0A136D-6FD2-8AB8-CC8D-C701FF33E567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7ECD950-624D-67E4-58CD-855435E08913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62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E0736-F4DE-BF54-FDFF-14054C0B6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E2695C-C284-A70E-18CF-5AC99EDB2EAF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Performance &amp; Inference Speed (The "Wow" Factor)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7F6787-360A-A538-7307-E2284D46BDE0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04AAEC9-44D5-351E-B6B8-6820BC7C92E0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537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B3B3-A84E-24BB-5AB1-B30178A3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911E68-F398-F9AA-E274-BA95604654E1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Evaluation Metrics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AB1F2F-1CE5-D1C6-A65B-3F165FD0400A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0A4AF91-BE7C-D16F-0A98-087002685CD1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009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4F78-7086-F13B-8307-9ADD84B58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F2DBC75-A3F4-595B-3DE1-16180F6DC688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Model Predictions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1C9183-C8B8-CFC9-9E24-248319FC2C06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49891FF-4671-0FDC-029E-EE3D449DCE1E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026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4E299-3C69-7AD4-2288-64CB33C1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E664547-8BDD-7128-A56B-296A88C0FCFC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Real-World Deployment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EFF9BD-E8BF-8B65-4A98-992E63A59133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0B04D7A-D21E-9DA6-074F-875460DDEFD2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76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9FA98-E735-23E5-C8CC-8E71BCED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0362E77-4708-D3F1-B5D1-7DBAFAED5301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Conclusion &amp; Future Scope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EADA615-76F4-DDC8-FBBF-150A607516E1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0875380-CC8C-AB8F-8500-A3B18F1C76C7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625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1963-6D19-0E22-A23F-CF0D387C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61E9EF8-F5DA-1079-3C5A-88E3F24246FD}"/>
              </a:ext>
            </a:extLst>
          </p:cNvPr>
          <p:cNvSpPr txBox="1">
            <a:spLocks/>
          </p:cNvSpPr>
          <p:nvPr/>
        </p:nvSpPr>
        <p:spPr>
          <a:xfrm>
            <a:off x="0" y="336883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Reference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997DB9-879C-E1EA-7B3E-DD65D2FB5A37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06D15F8-DCB5-ABBA-F8DA-49785CE2FEB5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047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D71C-DACC-A371-69BE-73D20F7F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905007E-1640-2D4A-C948-BFE20BDB78B9}"/>
              </a:ext>
            </a:extLst>
          </p:cNvPr>
          <p:cNvSpPr txBox="1">
            <a:spLocks/>
          </p:cNvSpPr>
          <p:nvPr/>
        </p:nvSpPr>
        <p:spPr>
          <a:xfrm>
            <a:off x="0" y="2892632"/>
            <a:ext cx="12192000" cy="10727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Thank You !!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B82428-C56E-3BF3-4A88-5428944309E8}"/>
              </a:ext>
            </a:extLst>
          </p:cNvPr>
          <p:cNvCxnSpPr/>
          <p:nvPr/>
        </p:nvCxnSpPr>
        <p:spPr>
          <a:xfrm>
            <a:off x="0" y="1279198"/>
            <a:ext cx="123203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2F3EAE1-BF68-ED71-C19E-561D2AD546A4}"/>
              </a:ext>
            </a:extLst>
          </p:cNvPr>
          <p:cNvSpPr/>
          <p:nvPr/>
        </p:nvSpPr>
        <p:spPr>
          <a:xfrm>
            <a:off x="0" y="6243484"/>
            <a:ext cx="12192000" cy="412955"/>
          </a:xfrm>
          <a:prstGeom prst="rect">
            <a:avLst/>
          </a:prstGeom>
          <a:solidFill>
            <a:srgbClr val="7030A0"/>
          </a:solidFill>
          <a:ln>
            <a:solidFill>
              <a:srgbClr val="9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58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Widescreen</PresentationFormat>
  <Paragraphs>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Bipin Ojha</dc:creator>
  <cp:lastModifiedBy>Bipin Ojha</cp:lastModifiedBy>
  <cp:revision>1</cp:revision>
  <dcterms:created xsi:type="dcterms:W3CDTF">2026-03-31T10:41:37Z</dcterms:created>
  <dcterms:modified xsi:type="dcterms:W3CDTF">2026-03-31T10:41:52Z</dcterms:modified>
</cp:coreProperties>
</file>